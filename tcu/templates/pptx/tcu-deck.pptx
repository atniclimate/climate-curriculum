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TCU course deck template</dc:title>
  <dc:subject/>
  <dc:creator>Patrick A. Freeland (module author), with ATNI Climate</dc:creator>
  <cp:keywords/>
  <dc:description>ATNI Climate design system: League Spartan and Lexend Deca on ATNI dark ground. The fonts fall back to system fonts where they are not installed.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